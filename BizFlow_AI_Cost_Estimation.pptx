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134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BizFlow AI — complete multi-tenant business automation. 6 workflows, 147 nodes, 3 AI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core pain points that BizFlow AI solves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4-layer architecture. All 6 workflows sit in the Automation Layer. Supabase handles multi-tenant data isolation with Row-Level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WF1 is the onboarding pipeline — 43 nodes handling full WooCommerce data import. WF2 is the AI brain — 36 nodes with Whisper voice transcription and GPT-4o intent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WF3 runs automatically every morning. WF4 captures every website lead, scores it with AI, and instantly notifies the business owner via Telegram.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WF5 runs every hour 24/7 — businesses never miss a low stock alert. WF6 is the API backbone of the dashboard — serves real-time data on every page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the front-end of BizFlow AI. Single HTML file deployed on Netlify. 7 pages, Gemini AI insights, Chart.js visualizations, smart notification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summary: Telegram, Gmail, WooCommerce API, Netlify = all completely free. Main costs are OpenAI (GPT-4o + Whisper) and Supabase at scale. n8n can be kept free by self-hosting on a VPS.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tiers: Startup (~$0.20/mo), Growth (~$32-35/mo for 3-5 clients), Production (~$93/mo for 10+ clients). The key insight: Telegram + Gmail + WooCommerce + Netlify are always FREE. Costs only scale with OpenAI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assessment. The platform is impressive in scope. Main risk is OpenAI cost at scale and n8n server uptime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BizFlow AI is live, deployed, and production-ready. Cost at startup scale is near zero. The Telegram-first approach means delivery is always free. OpenAI is the main cost to manage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05840"/>
            <a:ext cx="566928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Biz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874520" y="1234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100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Business Automation Platform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017520"/>
            <a:ext cx="1170432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5409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34670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84248" y="3017520"/>
            <a:ext cx="1170432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305409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84248" y="334670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Nodes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82696" y="3017520"/>
            <a:ext cx="1170432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305409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15+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82696" y="334670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81144" y="3017520"/>
            <a:ext cx="1170432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305409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81144" y="334670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389888"/>
            <a:ext cx="26974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389888"/>
            <a:ext cx="54864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426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(Self-hosted)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160934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engine — FREE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1856232"/>
            <a:ext cx="26974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856232"/>
            <a:ext cx="54864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8928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207568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auth — Free tier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2322576"/>
            <a:ext cx="26974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2322576"/>
            <a:ext cx="54864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359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254203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Whisper — PAID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17920" y="2788920"/>
            <a:ext cx="26974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2788920"/>
            <a:ext cx="54864" cy="40233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8254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55080" y="300837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— Free tier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17920" y="3255264"/>
            <a:ext cx="26974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3255264"/>
            <a:ext cx="54864" cy="4023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2918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55080" y="347472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API — FREE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17920" y="3721608"/>
            <a:ext cx="26974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3721608"/>
            <a:ext cx="54864" cy="40233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7581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55080" y="394106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— 100% FREE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17920" y="4187952"/>
            <a:ext cx="26974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4187952"/>
            <a:ext cx="54864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42245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355080" y="440740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 — FREE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17920" y="4654296"/>
            <a:ext cx="26974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4654296"/>
            <a:ext cx="54864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46908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55080" y="487375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hosting — FREE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We're Solving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&amp; medium businesses lose hours every day to manual 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64008" cy="16276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Manual Data Entry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wasted entering orders, leads, and inventory updates every single day — error-prone and slow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605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64008" cy="16276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No Real-Time Insights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71907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make decisions blind — they don't know today's revenue, stock levels, or lead pipeline 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99232"/>
            <a:ext cx="41605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99232"/>
            <a:ext cx="64008" cy="16276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36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🔔  Missed Alerts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52958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runs out silently. Hot leads go cold. No one is notified until it's too late and the damage is done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99232"/>
            <a:ext cx="41605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99232"/>
            <a:ext cx="64008" cy="16276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136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Fragmented Channels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52958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voice messages, web forms, WooCommerce orders — all separate, no single unified system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70001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BizFlow AI automates ALL of this — zero manual effort, one unified platform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multi-tenant data flow — from any input to actionable output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33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630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Telegram Messages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389888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4630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Voice Audio (Telegram)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389888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4630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 Forms (CRM)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1389888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12864" y="14630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WooCommerce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965960"/>
            <a:ext cx="0" cy="9144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057400"/>
            <a:ext cx="859536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075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LAYER  (n8n)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331720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404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6 Active Workflows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50592" y="2331720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2404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 Intent Engine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26864" y="2331720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404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Whisper Transcription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03136" y="2331720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2864" y="2404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Scheduled Triggers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2907792"/>
            <a:ext cx="0" cy="9144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999232"/>
            <a:ext cx="859536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017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273552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3467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Supabase PostgreSQL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50592" y="3273552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3467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Row-Level Security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26864" y="3273552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3467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15+ Normalized Tables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03136" y="3273552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12864" y="33467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Real-time Subscriptions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3849624"/>
            <a:ext cx="0" cy="9144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941064"/>
            <a:ext cx="8595360" cy="25603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9593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LAYER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215384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28853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Telegram Alerts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50592" y="4215384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428853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Gmail Reports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26864" y="4215384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428853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Live Dashboard UI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03136" y="4215384"/>
            <a:ext cx="20116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12864" y="428853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REST API Responses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WF1 — Business Registration  &amp;  WF2 — Voice + Text Handler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core onboarding &amp; communication workflows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206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5720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Registration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490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nodes  •  Trigger: Webhook POST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755648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17647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6656" y="1938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business_name, email, WooCommerce URL, phone — returns 400 if invalid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67712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" y="227685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656" y="24505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Supabase businesses table — returns 409 if already registered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779776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" y="27889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WooCommerce Data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" y="29626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all orders, products, line items, refunds via WC REST API (paginated)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291840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" y="330098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to Supabase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6656" y="3474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inserts orders, products, order_items, refunds into 4 tables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803904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" y="381304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Credentials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6656" y="39867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unique business_id, api_key, webhook secret securely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4315968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" y="43251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Welcome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6656" y="44988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welcome email + Telegram confirmation bot message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143000"/>
            <a:ext cx="42062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143000"/>
            <a:ext cx="4206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143000"/>
            <a:ext cx="4572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1430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93792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+ Text Handler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36592" y="1490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nodes  •  Trigger: Telegram Message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36592" y="1755648"/>
            <a:ext cx="256032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65776" y="1764792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Telegram Message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65776" y="1938528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listens for any text or voice message from registered business owner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36592" y="2267712"/>
            <a:ext cx="256032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65776" y="227685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Business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65776" y="245059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Supabase by Telegram chat_id — validates if business is registered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36592" y="2779776"/>
            <a:ext cx="256032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65776" y="278892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→ Whisper AI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65776" y="2962656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voice: downloads audio file, sends to OpenAI Whisper-1 for transcription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36592" y="3291840"/>
            <a:ext cx="256032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65776" y="330098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Intent Classify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065776" y="347472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intent: SALES_QUERY / INVENTORY_CHECK / REPORT / GENERAL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36592" y="3803904"/>
            <a:ext cx="256032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65776" y="3813048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Query Supabase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065776" y="398678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correct query: orders, products, or order_items table by business_id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36592" y="4315968"/>
            <a:ext cx="256032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36592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65776" y="4325112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Telegram Reply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065776" y="4498848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and delivers natural language response back to owner via Telegram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WF3 — Daily Sales Report  &amp;  WF4 — CRM Lead Capture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 and intelligent lead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206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5720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Sales Report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490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nodes  •  Trigger: Every day at 9:00 AM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755648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17647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9AM Scheduler Fires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6656" y="1938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trigger activates automatically every morning at 9:00 AM for all businesses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67712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" y="227685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Active Businesses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656" y="24505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all active business records from Supabase businesses table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779776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" y="27889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WooCommerce Orders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" y="29626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yesterday's orders from WC API → upserts into Supabase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291840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" y="330098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Sales Metrics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6656" y="3474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today, yesterday, this week, last week revenue from Supabase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803904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" y="381304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Top Products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6656" y="39867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top 5 best-selling products from order_items for the week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4315968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" y="43251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Telegram Report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6656" y="44988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formatted daily summary directly to business owner on Telegram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143000"/>
            <a:ext cx="42062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143000"/>
            <a:ext cx="4206240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143000"/>
            <a:ext cx="457200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1430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93792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Lead Capture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36592" y="1490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nodes  •  Trigger: Webhook POST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36592" y="1755648"/>
            <a:ext cx="256032" cy="25603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65776" y="1764792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Lead Data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65776" y="1938528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receives lead: name, email, phone, source, message from web form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36592" y="2267712"/>
            <a:ext cx="256032" cy="25603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65776" y="227685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Business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65776" y="245059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webhook_secret against Supabase — returns 401 if unauthorized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36592" y="2779776"/>
            <a:ext cx="256032" cy="25603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65776" y="278892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Lead Scoring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65776" y="2962656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scoring logic: source weight + contact completeness + message quality (0–100)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36592" y="3291840"/>
            <a:ext cx="256032" cy="25603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65776" y="330098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065776" y="347472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leads table by email — skips insert if customer already exists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36592" y="3803904"/>
            <a:ext cx="256032" cy="25603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65776" y="3813048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to Supabase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065776" y="398678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lead with score, status='new', assigned_to, business_id isolation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36592" y="4315968"/>
            <a:ext cx="256032" cy="25603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36592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65776" y="4325112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Alert + Log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065776" y="4498848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instant Telegram notification to owner + logs activity in lead_activities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WF5 — Inventory Alerts  &amp;  WF6 — Real-Time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stock monitoring and live data API for the dashboard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206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57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Alerts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490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nodes  •  Trigger: Every hour (24/7)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755648"/>
            <a:ext cx="25603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17647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Trigger Fires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6656" y="1938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hour around the clock — checks all registered active businesses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67712"/>
            <a:ext cx="25603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" y="227685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Active Businesses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656" y="24505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list of all businesses from Supabase to process in sequence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779776"/>
            <a:ext cx="25603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" y="27889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Low Stock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" y="29626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woocommerce_products where stock_quantity &lt;= low_stock_threshold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291840"/>
            <a:ext cx="25603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" y="330098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 of Stock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6656" y="3474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products where stock_status = 'outofstock' per business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803904"/>
            <a:ext cx="25603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" y="381304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Telegram Alert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6656" y="39867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formatted alert to business owner Telegram with product names + quantities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4315968"/>
            <a:ext cx="25603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" y="43251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Email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6656" y="44988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configured: sends Gmail notification to supplier for restocking request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143000"/>
            <a:ext cx="42062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143000"/>
            <a:ext cx="4206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143000"/>
            <a:ext cx="45720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1430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93792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Dashboard API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36592" y="1490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nodes  •  Trigger: Webhook POST (on-demand)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36592" y="1755648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65776" y="1764792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Webhook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65776" y="1938528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POST request from the Netlify dashboard frontend with business_id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36592" y="2267712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65776" y="227685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Business ID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65776" y="245059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request body/query, calculates today_start and today_end timestamps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36592" y="2779776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65776" y="278892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Supabase Queries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65776" y="2962656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 fetches: today's orders, low stock items, recent orders, recent leads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36592" y="3291840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65776" y="330098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All Data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065776" y="347472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Merge node combines all 4 parallel data streams into one unified object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36592" y="3803904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65776" y="3813048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Metrics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065776" y="398678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revenue, pending count, orders last hour, time_ago for each item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36592" y="4315968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36592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65776" y="4325112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065776" y="4498848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structured JSON with CORS headers to the dashboard — renders in real-time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Dashboard — 7 Pages, Real-Time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+ Supabase live + Gemini AI insights — deployed on Netlify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53035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987552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225296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BizFlow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987552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58191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" y="201168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92608" y="24414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2608" y="28712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92608" y="3300984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92608" y="373075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92608" y="416052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353312" y="1188720"/>
            <a:ext cx="950976" cy="621792"/>
          </a:xfrm>
          <a:prstGeom prst="rect">
            <a:avLst/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3312" y="121615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53312" y="149047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395728" y="1188720"/>
            <a:ext cx="950976" cy="621792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95728" y="121615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PKR 24M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95728" y="149047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438144" y="1188720"/>
            <a:ext cx="950976" cy="621792"/>
          </a:xfrm>
          <a:prstGeom prst="rect">
            <a:avLst/>
          </a:prstGeom>
          <a:solidFill>
            <a:srgbClr val="1C2333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38144" y="121615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B3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38144" y="149047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480560" y="1188720"/>
            <a:ext cx="950976" cy="621792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121615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80560" y="149047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353312" y="1901952"/>
            <a:ext cx="4133088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44752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(Live)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463040" y="2651760"/>
            <a:ext cx="292608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93392" y="2432304"/>
            <a:ext cx="29260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23744" y="2578608"/>
            <a:ext cx="292608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54096" y="2286000"/>
            <a:ext cx="292608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84448" y="2505456"/>
            <a:ext cx="292608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2359152"/>
            <a:ext cx="292608" cy="5852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45152" y="2212848"/>
            <a:ext cx="292608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53312" y="3310128"/>
            <a:ext cx="4133088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44752" y="3383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399032" y="3675888"/>
            <a:ext cx="54864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36192" y="36758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New lead: Ahmed Ali (Score: 92)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399032" y="3950208"/>
            <a:ext cx="54864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36192" y="39502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Order #2847 — PKR 3,200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399032" y="4224528"/>
            <a:ext cx="54864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36192" y="4224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Low stock: Panadol (2 left)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399032" y="4498848"/>
            <a:ext cx="54864" cy="16459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36192" y="4498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Report sent — WF3 9AM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760720" y="1115568"/>
            <a:ext cx="310896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760720" y="1115568"/>
            <a:ext cx="64008" cy="6766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0" y="1188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Pages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943600" y="1408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Orders, CRM Leads, Inventory, Analytics, Reports, Settings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760720" y="1883664"/>
            <a:ext cx="310896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760720" y="1883664"/>
            <a:ext cx="64008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0" y="1956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Supabase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4360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sync — every page auto-refreshes from DB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760720" y="2651760"/>
            <a:ext cx="310896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760720" y="2651760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0" y="27249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AI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94360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gemini-2.0-flash generates business insights on demand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760720" y="3419856"/>
            <a:ext cx="310896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760720" y="3419856"/>
            <a:ext cx="64008" cy="67665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0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Alerts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943600" y="3712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leads (score 80+) + low stock auto-notifications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760720" y="4187952"/>
            <a:ext cx="310896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760720" y="4187952"/>
            <a:ext cx="64008" cy="6766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43600" y="42611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Chart.js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9436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trends, lead sources, category donut — all live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760720" y="4956048"/>
            <a:ext cx="310896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60720" y="4773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inspiring-biscuit-334190.netlify.app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Analysis — Free vs Paid 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free forever, what has limits, and estimated monthly cost at scale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155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FREE FOREVER — No cost regardless of usage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16052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Telegram Bot 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6459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messages, voice handling, group support — Telegram charges NOTHING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0" y="1444752"/>
            <a:ext cx="416052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Gmail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5152" y="16459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up to 500 emails/day via Gmail — Google charges nothing for this quota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883664"/>
            <a:ext cx="416052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01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WooCommerce REST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208483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WP plugin — unlimited API calls to client's own WooCommerce store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883664"/>
            <a:ext cx="416052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1901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Netlify Dashboard Hosting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45152" y="208483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100GB bandwidth/month — more than enough for dashboard UI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23160" y="2322576"/>
            <a:ext cx="416052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96312" y="2340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n8n Self-Hosted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96312" y="252374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hosted on own VPS — n8n itself is completely free open source software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395728"/>
            <a:ext cx="8595360" cy="2743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414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PAID / LIMITED — Has free tier, costs when usage grows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706624"/>
            <a:ext cx="187452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724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94560" y="2706624"/>
            <a:ext cx="160020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27249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0" y="2706624"/>
            <a:ext cx="160020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27249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Paid Needed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2706624"/>
            <a:ext cx="150876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27249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(Paid)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40880" y="2706624"/>
            <a:ext cx="182880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999232"/>
            <a:ext cx="187452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302666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94560" y="2999232"/>
            <a:ext cx="16002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49424" y="30266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 (tiny use)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40480" y="2999232"/>
            <a:ext cx="16002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95344" y="30266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&gt;500 voice msgs/mo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86400" y="2999232"/>
            <a:ext cx="150876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41264" y="30266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$0.006/min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040880" y="2999232"/>
            <a:ext cx="18288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30266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328416"/>
            <a:ext cx="187452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335584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194560" y="3328416"/>
            <a:ext cx="1600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49424" y="335584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(trial only)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40480" y="3328416"/>
            <a:ext cx="1600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95344" y="335584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= cost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86400" y="3328416"/>
            <a:ext cx="150876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41264" y="33558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$2.5/1M tokens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40880" y="3328416"/>
            <a:ext cx="18288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95744" y="33558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657600"/>
            <a:ext cx="187452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" y="36850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194560" y="3657600"/>
            <a:ext cx="16002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49424" y="36850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500MB DB, 5GB BW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840480" y="3657600"/>
            <a:ext cx="16002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95344" y="36850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 business client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486400" y="3657600"/>
            <a:ext cx="150876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41264" y="3685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$25/month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040880" y="3657600"/>
            <a:ext cx="18288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95744" y="3685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WFs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4320" y="3986784"/>
            <a:ext cx="187452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9184" y="401421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194560" y="3986784"/>
            <a:ext cx="1600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49424" y="40142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tokens/day FREE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840480" y="3986784"/>
            <a:ext cx="1600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95344" y="40142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AI insight use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486400" y="3986784"/>
            <a:ext cx="150876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41264" y="40142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Pay-as-go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040880" y="3986784"/>
            <a:ext cx="18288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95744" y="40142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4320" y="4315968"/>
            <a:ext cx="187452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9184" y="43434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194560" y="4315968"/>
            <a:ext cx="16002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49424" y="43434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workflows FREE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840480" y="4315968"/>
            <a:ext cx="16002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95344" y="43434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self-hosted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486400" y="4315968"/>
            <a:ext cx="150876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41264" y="4343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$20–50/month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040880" y="4315968"/>
            <a:ext cx="18288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95744" y="4343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WFs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Cost Estimate — Per Client Website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average small business: 500 orders/mo, 200 leads, 50 voice queries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83464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43000"/>
            <a:ext cx="28346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34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STARTUP SCALE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4447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business client, light use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1682496"/>
            <a:ext cx="265176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23744" y="17007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011680"/>
            <a:ext cx="26517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029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23744" y="202996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340864"/>
            <a:ext cx="265176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359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23744" y="235915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2670048"/>
            <a:ext cx="26517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688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23744" y="268833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2999232"/>
            <a:ext cx="265176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017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23744" y="301752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328416"/>
            <a:ext cx="26517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346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23744" y="33467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657600"/>
            <a:ext cx="265176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/ Gmail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23744" y="367588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4005072"/>
            <a:ext cx="265176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MONTH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4048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~$0.20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27832" y="1143000"/>
            <a:ext cx="283464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27832" y="1143000"/>
            <a:ext cx="2834640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1234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B3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SCALE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19272" y="14447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business clients, moderate use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19272" y="1682496"/>
            <a:ext cx="265176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55848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95544" y="17007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19272" y="2011680"/>
            <a:ext cx="26517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5848" y="2029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95544" y="202996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19272" y="2340864"/>
            <a:ext cx="265176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55848" y="2359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95544" y="235915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319272" y="2670048"/>
            <a:ext cx="26517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55848" y="2688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495544" y="268833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19272" y="2999232"/>
            <a:ext cx="265176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55848" y="3017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95544" y="301752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319272" y="3328416"/>
            <a:ext cx="26517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55848" y="3346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495544" y="33467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319272" y="3657600"/>
            <a:ext cx="265176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55848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/ Gmail / WC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95544" y="367588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19272" y="4005072"/>
            <a:ext cx="2651760" cy="40233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55848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MONTH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355848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~$32–50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99632" y="1143000"/>
            <a:ext cx="283464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99632" y="1143000"/>
            <a:ext cx="28346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91072" y="1234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SCALE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291072" y="14447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clients, heavy AI + data use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291072" y="1682496"/>
            <a:ext cx="265176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27648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 or VPS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467344" y="17007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91072" y="2011680"/>
            <a:ext cx="26517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27648" y="2029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467344" y="202996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291072" y="2340864"/>
            <a:ext cx="265176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27648" y="2359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8467344" y="235915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91072" y="2670048"/>
            <a:ext cx="26517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27648" y="2688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467344" y="268833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291072" y="2999232"/>
            <a:ext cx="265176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27648" y="3017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8467344" y="301752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291072" y="3328416"/>
            <a:ext cx="26517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27648" y="3346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Pro (optional)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467344" y="33467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291072" y="3657600"/>
            <a:ext cx="265176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27648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/ Gmail / WC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8467344" y="367588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91072" y="4005072"/>
            <a:ext cx="265176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6327648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MONTH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327648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~$123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56032" y="4773168"/>
            <a:ext cx="8631936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7472" y="47914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Telegram is the backbone of ALL 6 workflows — and it costs ZERO. Main cost driver = OpenAI API calls.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Assessment — Strengths &amp; Limitations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brilliantly, and what needs improvement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STRENGTHS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416052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LIMITATIONS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490472"/>
            <a:ext cx="416052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90472"/>
            <a:ext cx="64008" cy="6126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45336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End-to-End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755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registration to daily reports — everything automated, zero manual steps required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85416"/>
            <a:ext cx="416052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85416"/>
            <a:ext cx="64008" cy="6126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4028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Multi-Tenant Architecture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in Supabase ensures complete data isolation — one platform, unlimited clients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416052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80360"/>
            <a:ext cx="64008" cy="6126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3522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AI (Whisper + GPT-4o)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 speaks in any language → Whisper transcribes → GPT-4o understands intent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575304"/>
            <a:ext cx="416052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75304"/>
            <a:ext cx="64008" cy="6126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3016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 = Zero Cost Core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workflows use Telegram for delivery. Unlimited messages, 100% free, no API limit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270248"/>
            <a:ext cx="416052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270248"/>
            <a:ext cx="64008" cy="6126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2511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Deployed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35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workflows active, live dashboard on Netlify, real data flowing through Supabase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490472"/>
            <a:ext cx="416052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490472"/>
            <a:ext cx="64008" cy="6126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545336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Cost Scales Fast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1755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Whisper cost money per call — high volume clients can increase cost significantly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185416"/>
            <a:ext cx="416052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185416"/>
            <a:ext cx="64008" cy="6126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24028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Server Dependency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n8n = if VPS goes down, all 6 workflows stop. Needs uptime monitoring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880360"/>
            <a:ext cx="416052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2880360"/>
            <a:ext cx="64008" cy="6126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93522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 Free Tier Limited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500MB DB + 5GB bandwidth — a single large WooCommerce store can exceed this quickly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575304"/>
            <a:ext cx="416052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575304"/>
            <a:ext cx="64008" cy="6126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63016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Mobile App Yet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is web-only (Netlify). No native iOS/Android app for on-the-go access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4270248"/>
            <a:ext cx="416052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4270248"/>
            <a:ext cx="64008" cy="6126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432511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WF Trigger Start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92040" y="4535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registration requires manual webhook call — no self-service signup portal yet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production-deployed, AI-powered, multi-tenant business automation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670048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267004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276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147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26771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active workflows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55848" y="1508760"/>
            <a:ext cx="2670048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508760"/>
            <a:ext cx="2670048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276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355848" y="226771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265176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Whisper, Gemini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0216" y="1508760"/>
            <a:ext cx="2670048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0216" y="1508760"/>
            <a:ext cx="267004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6276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300216" y="226771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at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Startup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265176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backbone = free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218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547872"/>
            <a:ext cx="425196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547872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575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app (React Native)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3547872"/>
            <a:ext cx="425196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3547872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575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Stripe payment integration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968496"/>
            <a:ext cx="425196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968496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9959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Multi-language AI support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968496"/>
            <a:ext cx="425196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968496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9959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SaaS pricing &amp; self-serve onboarding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4663440"/>
            <a:ext cx="850392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Demo: inspiring-biscuit-334190.netlify.app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2148</Words>
  <Application>Microsoft Macintosh PowerPoint</Application>
  <PresentationFormat>On-screen Show (16:9)</PresentationFormat>
  <Paragraphs>396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BizFlow AI — Multi-Tenant Business Automation Platform</dc:title>
  <dc:subject>PptxGenJS Presentation</dc:subject>
  <dc:creator>BizFlow AI Team</dc:creator>
  <cp:lastModifiedBy>Rayyan Zohaib</cp:lastModifiedBy>
  <cp:revision>3</cp:revision>
  <dcterms:created xsi:type="dcterms:W3CDTF">2026-03-03T18:31:46Z</dcterms:created>
  <dcterms:modified xsi:type="dcterms:W3CDTF">2026-03-03T18:46:37Z</dcterms:modified>
</cp:coreProperties>
</file>